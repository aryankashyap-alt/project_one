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9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595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19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60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53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48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07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29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16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76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994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978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400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423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3008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1020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82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4FB3478-7C18-4F0E-9E19-2DAE42EDA32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4E0462-D2B7-4FEB-9ED5-DE3365FFB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66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2844-4EDF-A291-0F37-9A00C893BA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BIKE SHARING DEMAND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A731B-870A-C70C-1148-C9C46AEC3B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– Aryan Kashyap</a:t>
            </a:r>
          </a:p>
          <a:p>
            <a:r>
              <a:rPr lang="en-US" dirty="0" err="1"/>
              <a:t>NextHikes</a:t>
            </a:r>
            <a:r>
              <a:rPr lang="en-US" dirty="0"/>
              <a:t> IT Solutions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8868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7E20-1943-6A3F-4A16-4CBB4BAF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C29E6-C44B-66C3-7F87-6F5451E7E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This is the bike demand dataset. We merged multiple datasets to derive this final dataset which shows patterns of customers overtime and how the weather conditions affect the rentals.</a:t>
            </a:r>
          </a:p>
          <a:p>
            <a:pPr algn="just"/>
            <a:r>
              <a:rPr lang="en-US" dirty="0"/>
              <a:t>Total Rentals: 58,304 • Average Rides per Hour: 58.3 • Clear Sky dominates (64% of rides).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714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BE47-F7BB-727E-8CFC-C63170A5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Weather Impact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8C814A-10F2-716B-D5EB-52973E2345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dirty="0"/>
              <a:t>Demand drops when weather changes from Clear Sky to Misty/Cloudy and further slumps when it rains or snows.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9F5EA7B-8BD6-2F90-05C7-8D997F4ACB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19432" y="2682240"/>
            <a:ext cx="5561912" cy="318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59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EA68-B49A-39A9-71F6-E9CDB14A0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 + Time Interaction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6B0CA-852F-9E40-968E-57833B41D0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dirty="0"/>
              <a:t>Morning Rush between 8am and 9:30am is observed.</a:t>
            </a:r>
          </a:p>
          <a:p>
            <a:pPr algn="just"/>
            <a:r>
              <a:rPr lang="en-US" dirty="0"/>
              <a:t>Evening Peak between 4pm to 9pm is observed.</a:t>
            </a:r>
          </a:p>
          <a:p>
            <a:pPr algn="just"/>
            <a:r>
              <a:rPr lang="en-US" dirty="0"/>
              <a:t>Clear Sky draws most customers, followed by Misty/Cloudy weather.</a:t>
            </a:r>
          </a:p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744EDA-0488-3002-60ED-975BAD6725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2560320"/>
            <a:ext cx="5571744" cy="331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05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CE8F-1A47-8348-BAE7-87556CF64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Hourly Demand Pattern by Weather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90733-E609-A844-5EBB-DD78BC0D54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dirty="0"/>
              <a:t>Morning Rush between 8am and 9:30am is observed.</a:t>
            </a:r>
          </a:p>
          <a:p>
            <a:pPr algn="just"/>
            <a:r>
              <a:rPr lang="en-US" dirty="0"/>
              <a:t>Evening Peak between 4pm to 9pm is observed.</a:t>
            </a:r>
          </a:p>
          <a:p>
            <a:pPr algn="just"/>
            <a:r>
              <a:rPr lang="en-US" dirty="0"/>
              <a:t>Clear Sky draws most customers, followed by Misty/Cloudy weather.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BCC6C96-607C-C1C9-32A9-5BE7E74296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2560320"/>
            <a:ext cx="5571744" cy="331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45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26C0-4030-C1F6-CE98-9825E04B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 vs Weekday 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31996-E2CF-C3CC-3FEB-783F144772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Wednesdays (denoted by 4), Thursdays (denoted by 5) and Saturdays (denoted by 0) witness most customers in Clear weather conditions.</a:t>
            </a:r>
          </a:p>
          <a:p>
            <a:pPr algn="just"/>
            <a:r>
              <a:rPr lang="en-US" dirty="0"/>
              <a:t>Misty/Cloudy weather brings most of the customers on Sundays (denoted by 1) &amp; Mondays (denoted by 2).</a:t>
            </a:r>
          </a:p>
          <a:p>
            <a:pPr algn="just"/>
            <a:r>
              <a:rPr lang="en-US" dirty="0"/>
              <a:t>Rain and Snow hurts customer count the most. </a:t>
            </a: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A9A0B70-75F4-3DA5-C392-6508134ED8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41680" y="2560320"/>
            <a:ext cx="5439664" cy="331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96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9839-0B17-A39B-2142-FDF190A7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Rentals by Weather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23E72B-13EF-3D3A-9929-B2BA693C01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19760" y="2560320"/>
            <a:ext cx="5561583" cy="331012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DB551-482D-F4FB-613B-79A3D7ADCD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Again, the dominance of clear weather condition is evident in bringing in the customers.</a:t>
            </a:r>
          </a:p>
          <a:p>
            <a:pPr algn="just"/>
            <a:r>
              <a:rPr lang="en-US" dirty="0"/>
              <a:t>Misty/Cloudy weather also manages to draw in customers, but not as significantly.</a:t>
            </a:r>
          </a:p>
          <a:p>
            <a:pPr algn="just"/>
            <a:r>
              <a:rPr lang="en-US" dirty="0"/>
              <a:t>Rainy weather and Snow condition heavily hit the customer count.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256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8EBF63-BA96-75A9-6198-C3155C2FD2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82663"/>
            <a:ext cx="9601200" cy="1303337"/>
          </a:xfrm>
        </p:spPr>
        <p:txBody>
          <a:bodyPr/>
          <a:lstStyle/>
          <a:p>
            <a:r>
              <a:rPr lang="en-US" dirty="0"/>
              <a:t>Dashboard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09B63F-24D6-F069-E317-16D88AA91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560"/>
            <a:ext cx="12192000" cy="689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15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D446F-BE45-3E0B-AEDC-32F8DCA0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&amp; Recommendations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5B72F-C2DD-BC49-9A49-F179D4551E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Insights:</a:t>
            </a:r>
          </a:p>
          <a:p>
            <a:pPr algn="just"/>
            <a:r>
              <a:rPr lang="en-US" dirty="0"/>
              <a:t> Weather is a key driver with respect to rentals, Clear Sky days sees approx. 2x times the rides than Rainy Days.</a:t>
            </a:r>
          </a:p>
          <a:p>
            <a:pPr algn="just"/>
            <a:r>
              <a:rPr lang="en-US" dirty="0"/>
              <a:t> Morning (8am) &amp; Evening (5-6pm) Peaks are reliable.</a:t>
            </a:r>
          </a:p>
          <a:p>
            <a:pPr algn="just"/>
            <a:r>
              <a:rPr lang="en-US" dirty="0"/>
              <a:t>Misty/Cloudy conditions still perform decent.</a:t>
            </a:r>
          </a:p>
          <a:p>
            <a:pPr algn="just"/>
            <a:r>
              <a:rPr lang="en-US" dirty="0"/>
              <a:t>Bad Weather conditions hit rentals hardest.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AA91A2-10A4-74D7-B191-F90A338295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Recommendations:</a:t>
            </a:r>
          </a:p>
          <a:p>
            <a:pPr algn="just"/>
            <a:r>
              <a:rPr lang="en-US" dirty="0"/>
              <a:t>Increase bike availability &amp; promotions on clear days.</a:t>
            </a:r>
          </a:p>
          <a:p>
            <a:pPr algn="just"/>
            <a:r>
              <a:rPr lang="en-US" dirty="0"/>
              <a:t>Offer Rain Discounts to draw customers even on bad weather days.</a:t>
            </a:r>
          </a:p>
          <a:p>
            <a:pPr algn="just"/>
            <a:r>
              <a:rPr lang="en-US" dirty="0"/>
              <a:t>Focused marketing on weekday commuting hours.</a:t>
            </a:r>
          </a:p>
          <a:p>
            <a:pPr algn="just"/>
            <a:r>
              <a:rPr lang="en-US" dirty="0"/>
              <a:t>Weather based dynamic pricing should be considered.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059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560C55-D233-427A-143F-855680CD6558}"/>
              </a:ext>
            </a:extLst>
          </p:cNvPr>
          <p:cNvSpPr/>
          <p:nvPr/>
        </p:nvSpPr>
        <p:spPr>
          <a:xfrm>
            <a:off x="3805247" y="2967335"/>
            <a:ext cx="45815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1491589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62</TotalTime>
  <Words>371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BIKE SHARING DEMAND ANALYSIS</vt:lpstr>
      <vt:lpstr>Dataset Overview</vt:lpstr>
      <vt:lpstr>Overall Weather Impact</vt:lpstr>
      <vt:lpstr>Weather + Time Interaction</vt:lpstr>
      <vt:lpstr>Hourly Demand Pattern by Weather</vt:lpstr>
      <vt:lpstr>Weather vs Weekday </vt:lpstr>
      <vt:lpstr>Total Rentals by Weather</vt:lpstr>
      <vt:lpstr>Dashboard</vt:lpstr>
      <vt:lpstr>Key Insights &amp;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Kashyap</dc:creator>
  <cp:lastModifiedBy>Aryan Kashyap</cp:lastModifiedBy>
  <cp:revision>1</cp:revision>
  <dcterms:created xsi:type="dcterms:W3CDTF">2026-05-23T11:51:30Z</dcterms:created>
  <dcterms:modified xsi:type="dcterms:W3CDTF">2026-05-23T12:54:16Z</dcterms:modified>
</cp:coreProperties>
</file>